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1E293B"/>
                </a:solidFill>
                <a:latin typeface="微软雅黑"/>
                <a:ea typeface="微软雅黑"/>
              </a:rPr>
              <a:t>周末错题讲评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64748B"/>
                </a:solidFill>
                <a:latin typeface="微软雅黑"/>
                <a:ea typeface="微软雅黑"/>
              </a:rPr>
              <a:t>初三 · 2026-09-11 ~ 2026-09-18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514600"/>
            <a:ext cx="11277295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4A3B8"/>
                </a:solidFill>
                <a:latin typeface="微软雅黑"/>
                <a:ea typeface="微软雅黑"/>
              </a:rPr>
              <a:t>张诗蕊、李哲瀚、陈施君、程思豪、丁嘉炜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268216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03504" y="3310128"/>
            <a:ext cx="54864" cy="8229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401568"/>
            <a:ext cx="22249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93B"/>
                </a:solidFill>
                <a:latin typeface="微软雅黑"/>
                <a:ea typeface="微软雅黑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13632"/>
            <a:ext cx="22249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错题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22243" y="3200400"/>
            <a:ext cx="268216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68547" y="3310128"/>
            <a:ext cx="54864" cy="8229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3401568"/>
            <a:ext cx="22249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93B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913632"/>
            <a:ext cx="22249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去重题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7287" y="3200400"/>
            <a:ext cx="268216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33591" y="3310128"/>
            <a:ext cx="54864" cy="8229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7327" y="3401568"/>
            <a:ext cx="22249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93B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3913632"/>
            <a:ext cx="22249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有课日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52331" y="3200400"/>
            <a:ext cx="2682163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98635" y="3310128"/>
            <a:ext cx="54864" cy="8229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72371" y="3401568"/>
            <a:ext cx="2224963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E293B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913632"/>
            <a:ext cx="2224963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微软雅黑"/>
                <a:ea typeface="微软雅黑"/>
              </a:rPr>
              <a:t>学生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126480"/>
            <a:ext cx="112772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放映时单击一次浮现参考答案 · 日期倒序 · 每天内部由易到难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E293B"/>
                </a:solidFill>
                <a:latin typeface="微软雅黑"/>
                <a:ea typeface="微软雅黑"/>
              </a:rPr>
              <a:t>本份课件目录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54864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4A3B8"/>
                </a:solidFill>
                <a:latin typeface="微软雅黑"/>
                <a:ea typeface="微软雅黑"/>
              </a:rPr>
              <a:t>按日期倒序 · 每天内部由易到难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38318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</a:rPr>
              <a:t>日期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388" y="1325880"/>
            <a:ext cx="112772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</a:rPr>
              <a:t>题数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68118" y="1325880"/>
            <a:ext cx="13532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</a:rPr>
              <a:t>学生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1393" y="1325880"/>
            <a:ext cx="13532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</a:rPr>
              <a:t>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74668" y="1325880"/>
            <a:ext cx="13532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</a:rPr>
              <a:t>中等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27944" y="1325880"/>
            <a:ext cx="13532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</a:rPr>
              <a:t>较难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1219" y="1325880"/>
            <a:ext cx="13532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94A3B8"/>
                </a:solidFill>
                <a:latin typeface="微软雅黑"/>
                <a:ea typeface="微软雅黑"/>
              </a:rPr>
              <a:t>未判定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1848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1911096"/>
            <a:ext cx="33831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微软雅黑"/>
                <a:ea typeface="微软雅黑"/>
              </a:rPr>
              <a:t>2026-09-16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388" y="1911096"/>
            <a:ext cx="1127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68118" y="1911096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1393" y="1911096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4668" y="1911096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27944" y="1911096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81219" y="1911096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35000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478024"/>
            <a:ext cx="33831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微软雅黑"/>
                <a:ea typeface="微软雅黑"/>
              </a:rPr>
              <a:t>2026-09-15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388" y="2478024"/>
            <a:ext cx="1127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8118" y="2478024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1393" y="2478024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4668" y="2478024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27944" y="2478024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81219" y="2478024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916936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3044952"/>
            <a:ext cx="33831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微软雅黑"/>
                <a:ea typeface="微软雅黑"/>
              </a:rPr>
              <a:t>2026-09-13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388" y="3044952"/>
            <a:ext cx="1127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68118" y="3044952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1393" y="3044952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74668" y="3044952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27944" y="3044952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81219" y="3044952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83864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7200" y="3611880"/>
            <a:ext cx="33831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微软雅黑"/>
                <a:ea typeface="微软雅黑"/>
              </a:rPr>
              <a:t>2026-09-12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388" y="3611880"/>
            <a:ext cx="1127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68118" y="3611880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1393" y="3611880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74668" y="3611880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7944" y="3611880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81219" y="3611880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050792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178808"/>
            <a:ext cx="338318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E293B"/>
                </a:solidFill>
                <a:latin typeface="微软雅黑"/>
                <a:ea typeface="微软雅黑"/>
              </a:rPr>
              <a:t>2026-09-11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388" y="4178808"/>
            <a:ext cx="112772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68118" y="4178808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21393" y="4178808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74668" y="4178808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27944" y="4178808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81219" y="4178808"/>
            <a:ext cx="13532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500" b="0">
                <a:solidFill>
                  <a:srgbClr val="1E293B"/>
                </a:solidFill>
                <a:latin typeface="微软雅黑"/>
                <a:ea typeface="微软雅黑"/>
              </a:rPr>
              <a:t>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4617720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57200"/>
            <a:ext cx="12191695" cy="2011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658368"/>
            <a:ext cx="73152" cy="5486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66F1"/>
                </a:solidFill>
                <a:latin typeface="微软雅黑"/>
                <a:ea typeface="微软雅黑"/>
              </a:rPr>
              <a:t>SECTION 01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E293B"/>
                </a:solidFill>
                <a:latin typeface="微软雅黑"/>
                <a:ea typeface="微软雅黑"/>
              </a:rPr>
              <a:t>2026-09-16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微软雅黑"/>
                <a:ea typeface="微软雅黑"/>
              </a:rPr>
              <a:t>1 题 · 1 名学生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错的学生：张诗蕊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中等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2026-09-16 · 填空题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67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已知在△ABC中，三边长a=2,b=4,c=3,h_a、h_b、h_c分别为边a、b、c上的高，那么h_a:h_b:h_c=____.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卷面识别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6:3:4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57200"/>
            <a:ext cx="12191695" cy="2011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658368"/>
            <a:ext cx="73152" cy="5486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66F1"/>
                </a:solidFill>
                <a:latin typeface="微软雅黑"/>
                <a:ea typeface="微软雅黑"/>
              </a:rPr>
              <a:t>SECTION 02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E293B"/>
                </a:solidFill>
                <a:latin typeface="微软雅黑"/>
                <a:ea typeface="微软雅黑"/>
              </a:rPr>
              <a:t>2026-09-15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微软雅黑"/>
                <a:ea typeface="微软雅黑"/>
              </a:rPr>
              <a:t>9 题 · 4 名学生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错的学生：陈施君、程思豪、李哲瀚、张诗蕊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基础 2 · 中等 3 · 较难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6A34A"/>
                </a:solidFill>
                <a:latin typeface="微软雅黑"/>
                <a:ea typeface="微软雅黑"/>
              </a:rPr>
              <a:t>难度 2 · 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3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8076895" cy="1486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如图，抛物线 y=2(x-2)² 与平行于 x 轴的直线交于点 A、B，抛物线顶点为 C，△ABC 为等边三角形，求：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抛物线的顶点坐标和增减性;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点B的坐标;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(3) △ABC的面积.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9855" y="1481328"/>
            <a:ext cx="2834640" cy="194373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73658d1-b997-4410-96a5-b591df3d1a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8238" y="1618488"/>
            <a:ext cx="937873" cy="166941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4297680"/>
            <a:ext cx="11277295" cy="883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64008" cy="8839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26864"/>
            <a:ext cx="10728655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如图，过点 C 作 CD⊥AB，垂足为 D。设 AD 为 a(a&amp;gt;0)。∵△ABC 为等边三角形，CD⊥AB，∴AD=DB=a，∠ACD=30°，∴CD=√3a。∴点 B 的坐标为 (2+a, √3a)，∴√3a=2(2+a-2)²，∴a=√3/2，∴B((4+√3)/2, 3/2)。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6A34A"/>
                </a:solidFill>
                <a:latin typeface="微软雅黑"/>
                <a:ea typeface="微软雅黑"/>
              </a:rPr>
              <a:t>难度 2 · 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3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72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Ⅱ已知二次函数y=x²-2x-3.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求该二次函数图像与x轴、y轴的交点;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在平面直角坐标系xOy中,画出二次函数y=x²-2x-3的图像;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(3) 结合函数图像,直接写出当-4≤y≤0时,x的取值范围.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解：(1)当 y=0 时，x²-2x-3=0，解得 x₁=-1，x₂=3，∴抛物线与 x 轴的交点坐标为 (-1,0)、(3,0)。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2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7295" cy="14865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在平面直角坐标系 xOy 中，将直线 l: y=-3/4x-3 沿 x 轴翻折，得到一条新直线与 x 轴交于点 A，与 y 轴交于点 B，将抛物线 C₁: y=1/3x² 沿 x 轴平移，得到一条新抛物线 C₂ 与 y 轴交于点 D，与直线 AB 交于点 E、F，连接 DF，满足 DF//x 轴. 求：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直线AB的表达式;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抛物线C₂的表达式.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883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64008" cy="8839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10728655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设平移后抛物线 C₂ 的顶点为 P(n,0)，则抛物线 C₂ 的表达式为 y=1/3(x-n)²，∴D(0, 1/3n²)。∵DF//x 轴，∴点 F(2n, 1/3n²)。又点 F 在直线 AB 上，∴1/3n²=3/4×2n+3，解得 n₁=6, n₂=-3/2。∴抛物线 C₂ 的表达式为 y=1/3(x-6)² 或 y=1/3(x+3/2)²。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80768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3.如图,已知关于x的二次函数 y=-1/2x²+bx+c 的图像如图所示,则这个二次函数的表达式为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481328"/>
            <a:ext cx="2834640" cy="140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d69a6d2-ca25-4da4-a44f-6cdc847ea6b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3581" y="1618488"/>
            <a:ext cx="1387187" cy="11296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y=-1/2x²+2x+5/2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80768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如图, 已知抛物线 y=(x-2)² 的顶点为 C, 直线 y=2x+4 与抛物线交于 A、B 两点, 求 △ABC 的面积.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481328"/>
            <a:ext cx="2834640" cy="140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caacc1a-8291-4fd7-9c87-79e268ca9c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830" y="1618488"/>
            <a:ext cx="1352688" cy="11296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297680"/>
            <a:ext cx="11277295" cy="10972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64008" cy="109728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26864"/>
            <a:ext cx="10728655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解：易知抛物线 y=(x-2)² 的顶点 C 的坐标为 (2,0)。联立两函数的表达式，得 {y=2x+4, y=(x-2)²}，解得 {x₁=0, y₁=4}, {x₂=6, y₂=16}。∴A(6,16), B(0,4)。过点 A 作 AD⊥x 轴，垂足为 D，则 S△ABC = S梯形ABOD - S△AOC - S△ACD = 1/2(OB+AD)·OD - 1/2OC·OB - 1/2CD·AD = 1/2×(4+16)×6 - 1/2×2×4 - 1/2×4×16 = 24。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D97706"/>
                </a:solidFill>
                <a:latin typeface="微软雅黑"/>
                <a:ea typeface="微软雅黑"/>
              </a:rPr>
              <a:t>难度 4 · 较难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3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72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11.已知二次函数 y=ax²+bx+c(a≠0)的图像过点 A(1,0),点 B(-3,0)和点 C.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若点 C(0,-3),求二次函数的表达式;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当 -3≤x≤0 时,二次函数的最大值为 m,最小值为 n,若 m-n=8,求 a 的值;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(3) 若 z=-ax-3a 且 a&amp;lt;0,求证: y-z+9/4a≤0.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19507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64008" cy="19507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10728655" cy="154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a&amp;gt;0 时，x=-3，m=0；x=-1，n=-4a，∵m-n=8，∴0+4a=8，解得 a=2；当 a&amp;lt;0 时，x=-1，m=-4a；x=-3，n=0，∵m-n=8，∴-4a-0=8，解得 a=-2，综上所述，a 的值为 2 或 -2。
3)证明：∵y=ax²+2ax-3a，x=-ax-3a，∴y-x+9/4a=ax²+2ax-3a-(-ax-3a)+9/4a=ax²+3ax+9/4a=a(x+3/2)²。∵a&amp;lt;0，(x+3/2)²≥0，∴a(x+3/2)²≤0，即 y-x+9/4a≤0。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D97706"/>
                </a:solidFill>
                <a:latin typeface="微软雅黑"/>
                <a:ea typeface="微软雅黑"/>
              </a:rPr>
              <a:t>难度 4 · 较难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3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72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11.已知二次函数 y=ax²+bx+c(a≠0)的图像过点 A(1,0),点 B(-3,0)和点 C.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若点 C(0,-3),求二次函数的表达式;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当 -3≤x≤0 时,二次函数的最大值为 m,最小值为 n,若 m-n=8,求 a 的值;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(3) 若 z=-ax-3a 且 a&amp;lt;0,求证: y-z+9/4a≤0.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19507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64008" cy="19507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10728655" cy="1548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(1)解：设二次函数的表达式为 y=a(x-1)(x+3)，把 C(0,-3)代入，得 -3=a×(0-1)×(0+3)，解得 a=1，∴二次函数的表达式为 y=(x-1)(x+3)，即 y=x²+2x-3。
2)解：抛物线表达式为 y=a(x-1)(x+3)，即 y=ax²+2ax-3a，抛物线的对称轴为直线 x=-2a/2a=-1。当 x=-1 时，y 有最值 -4a。当 a&amp;gt;0 时，x=-3，m=0；x=-1，n=-4a，∵m-n=8，∴0+4a=8，解得 a=2；当 a&amp;lt;0 时，x=-1，m=-4a；x=-3，n=0，∵m-n=8，∴-4a-0=8，解得 a=-2，综上所述，a 的值为 2 或 -2。
3)证明：∵y=ax²+2ax-3a，x=-ax-3a，∴y-x+9/4a=ax²+2ax-3a-(-ax-3a)+9/4a=ax²+3ax+9/4a=a(x+3/2)²。∵a&amp;lt;0，(x+3/2)²≥0，∴a(x+3/2)²≤0，即 y-x+9/4a≤0。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D97706"/>
                </a:solidFill>
                <a:latin typeface="微软雅黑"/>
                <a:ea typeface="微软雅黑"/>
              </a:rPr>
              <a:t>难度 4 · 较难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已知直线x=c交抛物线y₁=-(x-a)²于点A(c,m),交抛物线y₂=-(x-b)²于点B(c,n),下列结论:①若a&amp;gt;b&amp;gt;c,则m&amp;lt;n;②若b&amp;gt;a&amp;gt;c,则m&amp;lt;n;③若c&amp;gt;b&amp;gt;a,则m&amp;lt;n;④若a&amp;gt;c&amp;gt;b,则m&amp;lt;n.其中正确的结论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B 解析：∵抛物线 y₁=-(x-a)² 经过点 A(c,m)，∴m=-(c-a)²，同理可得 n=-(c-b)²，∴m-n=-(c-a)²+(c-b)²=(a-b)(2c-a-b)。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2026-09-15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D97706"/>
                </a:solidFill>
                <a:latin typeface="微软雅黑"/>
                <a:ea typeface="微软雅黑"/>
              </a:rPr>
              <a:t>难度 4 · 较难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80768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如图，已知平行四边形ABCD顶点A的坐标为(2,6)，点B在y轴上，且AD//BC//x轴，过B、C、D三点的抛物线的顶点坐标为(2,2)，则抛物线的表达式是y=______.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481328"/>
            <a:ext cx="2834640" cy="140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87ee6203-2d8c-408a-9a42-8ecbb6b610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345" y="1618488"/>
            <a:ext cx="1107658" cy="11296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297680"/>
            <a:ext cx="11277295" cy="10972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64008" cy="109728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26864"/>
            <a:ext cx="10728655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1/4(x-2)²+2 解析：∵过B,C,D三点的抛物线的顶点坐标为(2,2),AD//BC//x轴，∴BC=4。∵四边形ABCD是平行四边形，∴AD=BC=4。∵点A的坐标为(2,6)，∴D(6,6)。设抛物线为y=a(x-2)²+2，代入点D的坐标，得6=16a+2，解得a=1/4，∴抛物线的表达式为y=1/4(x-2)²+2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57200"/>
            <a:ext cx="12191695" cy="2011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658368"/>
            <a:ext cx="73152" cy="5486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66F1"/>
                </a:solidFill>
                <a:latin typeface="微软雅黑"/>
                <a:ea typeface="微软雅黑"/>
              </a:rPr>
              <a:t>SECTION 03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E293B"/>
                </a:solidFill>
                <a:latin typeface="微软雅黑"/>
                <a:ea typeface="微软雅黑"/>
              </a:rPr>
              <a:t>2026-09-13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微软雅黑"/>
                <a:ea typeface="微软雅黑"/>
              </a:rPr>
              <a:t>12 题 · 3 名学生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错的学生：程思豪、丁嘉炜、张诗蕊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基础 1 · 中等 6 · 较难 2 · 难度未判定 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选择题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16A34A"/>
                </a:solidFill>
                <a:latin typeface="微软雅黑"/>
                <a:ea typeface="微软雅黑"/>
              </a:rPr>
              <a:t>难度 2 · 基础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67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1.抛物线的形状、开口方向与 y=1/2x²-4x+3 相同,顶点坐标为(-2,1),则表达式为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选择题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2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8076895" cy="67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2.二次函数的图像如图所示,则其表达式是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481328"/>
            <a:ext cx="2834640" cy="113411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5e3e2d68-e350-427f-a4b1-9ffd564b38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9535" y="1618488"/>
            <a:ext cx="855279" cy="9144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4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7295" cy="2026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某班数学兴趣小组对函数y=|x²-2x|的图像和性质进行了探究,探究过程如下,请补充完整.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自变量x的取值范围是全体实数,x与y的几组对应值列表如下:其中,m=______.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根据上表数据,在如图所示的平面直角坐标系中描点,并画出了函数图像的一部分,请画出该函数图像的另一部分.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(3) 进一步探究函数图像解决问题:①方程|x²-2x|=1/2有______个实数根;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(4) (3)进一步探究函数图像解决问题:②在(2)中的平面直角坐标系中画出直线y=-x+1,根据图像写出方程|x²-2x|=-x+1的一个正数根约为______.(精确到0.1)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13106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64008" cy="13106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学生未作答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10728655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(1)1.25
(2)如图1所示.
(3)①由函数图像知函数图像与y=1/2有4个交点,∴对应的方程|x²-2x|=1/2有4个实数根,故答案为4;
②如图2,由图像和表格可知方程|x²-2x|=-x+1的一个正数根约为0.4,故答案为0.4.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填空题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67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已知线段b是线段a、c的比例中项，如果a=2,c=3，那么b=____.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卷面识别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√6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67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已知线段AB的长是3cm，M是线段AB的黄金分割点，那么较长线段AM的长是____cm，较短线段BM的长是____cm.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卷面识别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(3√5-3)/2，(9-3√5)/2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3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72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已知抛物线 y=ax²+2ax-1.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该抛物线的对称轴为______；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若该抛物线的顶点在x轴上，求抛物线的表达式；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(3) 设点M(m,y₁),N(2,y₂)在该抛物线上，若y₁&amp;gt;y₂，求m的取值范围。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883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64008" cy="8839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学生未作答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10728655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∵抛物线的对称轴为直线x=-1，∴N(2,y₂)关于直线x=-1的对称点为N'(-4,y₂)。①当a&amp;gt;0时，若y₁&amp;gt;y₂，则m&amp;gt;2或m&amp;lt;-4；当a&amp;lt;0时，若y₁&amp;gt;y₂，则-4&amp;lt;m&amp;lt;2。综上，当a&amp;gt;0时，m&amp;gt;2或m&amp;lt;-4；当a&amp;lt;0时，-4&amp;lt;m&amp;lt;2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2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80768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如图，抛物线与x轴交于A、B两点，与y轴交于点C(0,3)，顶点坐标为(1,4)，点D(m,n)是抛物线上一点。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求该抛物线的表达式；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当-2≤m≤5/2且m≠0时：①求n的取值范围；②若S△ABC=S△ABD，求m的值。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9855" y="1481328"/>
            <a:ext cx="2834640" cy="16738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2073e47-9927-4d90-b697-1fc00d3ef1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0281" y="1618488"/>
            <a:ext cx="1253787" cy="13995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学生未作答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解：(1)∵顶点坐标为(1,4)，∴设该抛物线的表达式为y=a(x-1)²+4。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D97706"/>
                </a:solidFill>
                <a:latin typeface="微软雅黑"/>
                <a:ea typeface="微软雅黑"/>
              </a:rPr>
              <a:t>难度 4 · 较难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2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80768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4.如图,已知抛物线 y=ax²+bx+c 过原点O,格点A是该抛物线的顶点.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求出该二次函数的表达式;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点M(m,t),N(m+2,t)都在该抛物线上,求m的值.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9855" y="1481328"/>
            <a:ext cx="2834640" cy="140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462a37cd-47b9-4af3-b0e8-da73a68d67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691" y="1618488"/>
            <a:ext cx="1164967" cy="1129664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4297680"/>
            <a:ext cx="11277295" cy="883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64008" cy="8839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26864"/>
            <a:ext cx="10728655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∵二次函数的顶点坐标是(-1,3)，∴设二次函数的表达式为y=a(x+1)²+3。将(0,0)代入y=a(x+1)²+3，得a=-3，∴该二次函数的表达式为y=-3(x+1)²+3。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D97706"/>
                </a:solidFill>
                <a:latin typeface="微软雅黑"/>
                <a:ea typeface="微软雅黑"/>
              </a:rPr>
              <a:t>难度 4 · 较难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80768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如图，已知平行四边形ABCD顶点A的坐标为(2,6)，点B在y轴上，且AD//BC//x轴，过B、C、D三点的抛物线的顶点坐标为(2,2)，则抛物线的表达式是y=______。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481328"/>
            <a:ext cx="2834640" cy="14039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8c829222-6310-4e54-a7d7-259c7a1833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1773" y="1618488"/>
            <a:ext cx="990802" cy="112966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297680"/>
            <a:ext cx="11277295" cy="10972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64008" cy="109728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26864"/>
            <a:ext cx="10728655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1/4(x-2)²+2 解析：∵过B,C,D三点的抛物线的顶点坐标为(2,2),AD//BC//x轴，∴BC=4。∵四边形ABCD是平行四边形，∴AD=BC=4。∵点A的坐标为(2,6)，∴D(6,6)。设抛物线为y=a(x-2)²+2，代入点D的坐标，得6=16a+2，解得a=1/4，∴抛物线的表达式为y=1/4(x-2)²+2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未标题型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850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微软雅黑"/>
                <a:ea typeface="微软雅黑"/>
              </a:rPr>
              <a:t>难度未判定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定义：如果直线y=-1与开口向下的抛物线有两个交点，那么这两个交点之间的距离叫作这条抛物线的“反碟长”。如图，抛物线L₁:y=-x²随其顶点沿直线y=1/2x平移一定距离后，得到新抛物线L₂的“反碟长”恰好为4，那么抛物线L₂的表达式是__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883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8839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错题本（自包含）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解：(1) 由题意知 (-1,b) 既在 y=-3x+3 上，又在 y=ax²+1 上，∴ b=-3×(-1)+3=6，6=a×(-1)²+1，解得 a=5。
4×4/5)/2 + (4×1)/2 = 18/5。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未标题型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850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微软雅黑"/>
                <a:ea typeface="微软雅黑"/>
              </a:rPr>
              <a:t>难度未判定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67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5.已知一条抛物线经过 A(0,10),B(m+2,n),C(4-m,n),D(3,1)四点,则抛物线的表达式为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错题本（自包含）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2026-09-13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850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微软雅黑"/>
                <a:ea typeface="微软雅黑"/>
              </a:rPr>
              <a:t>难度未判定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80768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6.如图,是由长方形和抛物线构成的图案,由6个全等的基本图案组成,建立如图所示的平面直角坐标系.若抛物线A₁的表达式为 y=-(x-6)²+4,则抛物线A₆的表达式为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481328"/>
            <a:ext cx="2834640" cy="16738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4bf1cc26-463a-4642-b4cc-30ec5107ac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1068" y="1618488"/>
            <a:ext cx="1632213" cy="13995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学生未作答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y=(x+2)²-4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57200"/>
            <a:ext cx="12191695" cy="2011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658368"/>
            <a:ext cx="73152" cy="5486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66F1"/>
                </a:solidFill>
                <a:latin typeface="微软雅黑"/>
                <a:ea typeface="微软雅黑"/>
              </a:rPr>
              <a:t>SECTION 04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E293B"/>
                </a:solidFill>
                <a:latin typeface="微软雅黑"/>
                <a:ea typeface="微软雅黑"/>
              </a:rPr>
              <a:t>2026-09-12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微软雅黑"/>
                <a:ea typeface="微软雅黑"/>
              </a:rPr>
              <a:t>2 题 · 1 名学生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错的学生：张诗蕊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难度未判定 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2026-09-12 · 未标题型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850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微软雅黑"/>
                <a:ea typeface="微软雅黑"/>
              </a:rPr>
              <a:t>难度未判定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定义：如果直线y=-1与开口向下的抛物线有两个交点，那么这两个交点之间的距离叫作这条抛物线的“反碟长”。如图，抛物线L₁:y=-x²随其顶点沿直线y=1/2x平移一定距离后，得到新抛物线L₂的“反碟长”恰好为4，那么抛物线L₂的表达式是______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131064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13106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错题本（自包含）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908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(1)1.25
(2)如图1所示.
(3)①由函数图像知函数图像与y=1/2有4个交点,∴对应的方程|x²-2x|=1/2有4个实数根,故答案为4;
②如图2,由图像和表格可知方程|x²-2x|=-x+1的一个正数根约为0.4,故答案为0.4.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2026-09-12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850392" cy="310896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850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4748B"/>
                </a:solidFill>
                <a:latin typeface="微软雅黑"/>
                <a:ea typeface="微软雅黑"/>
              </a:rPr>
              <a:t>难度未判定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80768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如图，阳光透过窗口照到室内，在地面上留下2.7m宽的亮区，已知亮区一边到窗下的墙脚距离CE为8.7m，窗口高AB=1.m，那么窗口底边离地面的高度BC为______m.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481328"/>
            <a:ext cx="2834640" cy="16738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7eb48d3f-c5d8-4c82-ac3c-7ab80bfdc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1654" y="1618488"/>
            <a:ext cx="1511041" cy="139954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卷面识别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5.8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914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457200"/>
            <a:ext cx="12191695" cy="201168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658368"/>
            <a:ext cx="73152" cy="54864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21792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366F1"/>
                </a:solidFill>
                <a:latin typeface="微软雅黑"/>
                <a:ea typeface="微软雅黑"/>
              </a:rPr>
              <a:t>SECTION 05 /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1E293B"/>
                </a:solidFill>
                <a:latin typeface="微软雅黑"/>
                <a:ea typeface="微软雅黑"/>
              </a:rPr>
              <a:t>2026-09-11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4748B"/>
                </a:solidFill>
                <a:latin typeface="微软雅黑"/>
                <a:ea typeface="微软雅黑"/>
              </a:rPr>
              <a:t>6 题 · 2 名学生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4A3B8"/>
                </a:solidFill>
                <a:latin typeface="微软雅黑"/>
                <a:ea typeface="微软雅黑"/>
              </a:rPr>
              <a:t>错的学生：丁嘉炜、李哲瀚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383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中等 5 · 较难 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2026-09-11 · 选择题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80768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1. 如图,小明打高尔夫球,小球的飞行路线是一条抛物线.如果不考虑空气阻力,小球的飞行高度h(米)与飞行时间t(秒)之间满足函数关系h=20t-5t².则小球从飞出到落地瞬间所需要的时间为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99855" y="1481328"/>
            <a:ext cx="2834640" cy="16738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88213d4-3266-4991-8c9a-67e1263e376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735" y="1801515"/>
            <a:ext cx="2468880" cy="1033484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C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2026-09-11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2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72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已知抛物线 y=ax²+1(a≠0)与直线 y=-3x+3 交于点(-1,b).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求a、b的值；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求抛物线与直线y=x+5的两交点及顶点所构成的三角形的面积。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883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64008" cy="8839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10728655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解：(1) 由题意知 (-1,b) 既在 y=-3x+3 上，又在 y=ax²+1 上，∴ b=-3×(-1)+3=6，6=a×(-1)²+1，解得 a=5。
4×4/5)/2 + (4×1)/2 = 18/5。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2026-09-11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4. 某种礼炮的升空高度h(m)与飞行时间t(s)的表达式是h=-5/2 t²+30t+1,则这种礼炮在点火升空到最高点引爆,则从点火升空到引爆需要的时间为______s.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2026-09-11 · 选择题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81328"/>
            <a:ext cx="11277295" cy="676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5. 已知点 (x₁,y₁)、(x₂,y₂) 均在抛物线 y=x²-1 上，则下列说法正确的是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297680"/>
            <a:ext cx="11277295" cy="67056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64008" cy="67056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教师录入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26864"/>
            <a:ext cx="107286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D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2026-09-11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6366F1"/>
                </a:solidFill>
                <a:latin typeface="微软雅黑"/>
                <a:ea typeface="微软雅黑"/>
              </a:rPr>
              <a:t>难度 3 · 中等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2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11277295" cy="94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已知抛物线 y=ax²+n(an&amp;gt;0)与抛物线 y=-2x² 的形状相同，且其图像上与 x 轴最近的点到 x 轴的距离为 3.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求a、n的值；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在(1)的情况下，指出抛物线y=ax²+n的开口方向、对称轴和顶点坐标。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297680"/>
            <a:ext cx="11277295" cy="88392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64008" cy="88392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练习册答案库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626864"/>
            <a:ext cx="10728655" cy="4815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当 a=2，n=3 时，抛物线 y=2x²+3 开口向上，对称轴为 y 轴，顶点坐标为 (0,3)；当 a=-2，n=-3 时，抛物线 y=-2x²-3 开口向下，对称轴为 y 轴，顶点坐标为 (0,-3)。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84048"/>
            <a:ext cx="566928" cy="566928"/>
          </a:xfrm>
          <a:prstGeom prst="roundRect">
            <a:avLst>
              <a:gd name="adj" fmla="val 2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56692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47548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  <a:ea typeface="微软雅黑"/>
              </a:rPr>
              <a:t>2026-09-11 · 解答题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34440" y="868680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896112"/>
            <a:ext cx="1325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D97706"/>
                </a:solidFill>
                <a:latin typeface="微软雅黑"/>
                <a:ea typeface="微软雅黑"/>
              </a:rPr>
              <a:t>难度 4 · 较难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89611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94A3B8"/>
                </a:solidFill>
                <a:latin typeface="微软雅黑"/>
                <a:ea typeface="微软雅黑"/>
              </a:rPr>
              <a:t>含 2 小问（完整题）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0" y="47548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  <a:ea typeface="微软雅黑"/>
              </a:rPr>
              <a:t>1 人错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298448"/>
            <a:ext cx="11277295" cy="18288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81328"/>
            <a:ext cx="8076895" cy="1216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>
                <a:solidFill>
                  <a:srgbClr val="1E293B"/>
                </a:solidFill>
                <a:latin typeface="微软雅黑"/>
                <a:ea typeface="微软雅黑"/>
              </a:rPr>
              <a:t>如图,在矩形ABCD中,点E、F、G、H分别在边AB、BC、CD、DA上,且AE=AH=CF=CG,已知AB=a,BC=b.</a:t>
            </a:r>
          </a:p>
          <a:p>
            <a:pPr algn="l">
              <a:lnSpc>
                <a:spcPct val="100000"/>
              </a:lnSpc>
            </a:pPr>
            <a:r>
              <a:rPr sz="400" b="0">
                <a:solidFill>
                  <a:srgbClr val="1E293B"/>
                </a:solidFill>
                <a:latin typeface="微软雅黑"/>
                <a:ea typeface="微软雅黑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(1) 若b/3≤a≤3b时,求四边形EFGH的面积的最大值;</a:t>
            </a:r>
          </a:p>
          <a:p>
            <a:pPr algn="l">
              <a:lnSpc>
                <a:spcPct val="125000"/>
              </a:lnSpc>
              <a:spcBef>
                <a:spcPts val="600"/>
              </a:spcBef>
            </a:pPr>
            <a:r>
              <a:rPr sz="1700" b="0">
                <a:solidFill>
                  <a:srgbClr val="1E293B"/>
                </a:solidFill>
                <a:latin typeface="微软雅黑"/>
                <a:ea typeface="微软雅黑"/>
              </a:rPr>
              <a:t>(2) 在(1)的条件下,若a=4,b=16,求四边形EFGH的面积的最大值.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99855" y="1481328"/>
            <a:ext cx="2834640" cy="16738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aab16cf-c6c8-49ef-a414-565fcd10a3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134" y="1618488"/>
            <a:ext cx="2194080" cy="139954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457200" y="4297680"/>
            <a:ext cx="11277295" cy="2164080"/>
          </a:xfrm>
          <a:prstGeom prst="roundRect">
            <a:avLst>
              <a:gd name="adj" fmla="val 6000"/>
            </a:avLst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4297680"/>
            <a:ext cx="64008" cy="2164080"/>
          </a:xfrm>
          <a:prstGeom prst="roundRect">
            <a:avLst>
              <a:gd name="adj" fmla="val 10000"/>
            </a:avLst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6366F1"/>
                </a:solidFill>
                <a:latin typeface="微软雅黑"/>
                <a:ea typeface="微软雅黑"/>
              </a:rPr>
              <a:t>参考答案 · 学生未作答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626864"/>
            <a:ext cx="10728655" cy="1761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E293B"/>
                </a:solidFill>
                <a:latin typeface="微软雅黑"/>
                <a:ea typeface="微软雅黑"/>
              </a:rPr>
              <a:t>设 AE = x，
∵ 矩形 ABCD，∴ ∠A = ∠D = ∠B = ∠C = 90°，AB = CD，AD = BC。又∵ AE = AH = CF = CG，
∴ △AEH ≌ △CGF，BE = DG，HD = BF，
∴ △BEF ≌ △DGH，
2×½x² - 2×½(a-x)(b-x) = ab - x² - (ab - ax - bx + x²) = -2x² + (a+b)x。
∵ -2 &amp;lt; 0，∴ 当 x = (a+b)/4 时，S四边形EFGH 有最大值。
3b，0 &amp;lt; x ≤ a，(a+b)/4 在此范围内，
∴ 四边形 EFGH 的面积的最大值为 [-(a+b)²]/[4×(-2)] = (a+b)²/8。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