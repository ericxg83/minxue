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· 2026-09-16 · 难度 3 · 1 人错 · 填空题</a:t>
            </a:r>
          </a:p>
          <a:p>
            <a:r>
              <a:t>· 张诗蕊 [概念不理解] 学生误认为高的比等于边长比，未掌握面积一定时高与底成反比的性质。</a:t>
            </a:r>
          </a:p>
          <a:p>
            <a:r>
              <a:t>解析：设三角形面积为S，则S = (1/2)a·ha = (1/2)b·hb = (1/2)c·hc，因此a·ha = b·hb = c·hc，得ha : hb : hc = 1/a : 1/b : 1/c。代入a=2, b=4, c=3，得1/2 : 1/4 : 1/3。通分，最小公分母为12，化为6/12 : 3/12 : 4/12，即6:3:4。该比例已是最简整数比。所以，ha:hb:hc = 6:3:4。</a:t>
            </a:r>
          </a:p>
          <a:p>
            <a:r>
              <a:t>原卷图：https://minxue-app-oss.oss-cn-shanghai.aliyuncs.com/images/bf235b85-e5d4-4f50-9e42-af8330df9451/20260915/6949a6cf-d2b3-4740-bcb2-3a34220ed601.jpg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题 · 2026-09-15 · 难度 2 · 1 人错 · 解答题</a:t>
            </a:r>
          </a:p>
          <a:p>
            <a:r>
              <a:t>母题：如图，抛物线 y=2(x-2)² 与平行于 x 轴的直线交于点 A、B，抛物线顶点为 C，△ABC 为等边三角形，求：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· 2026-09-15 · 难度 2 · 1 人错 · 解答题</a:t>
            </a:r>
          </a:p>
          <a:p>
            <a:r>
              <a:t>母题：Ⅱ已知二次函数y=x²-2x-3.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原卷图：https://minxue-app-oss.oss-cn-shanghai.aliyuncs.com/images/23aabcd4-e3a5-47e5-9170-78d2122255b3/20260908/d882f798-a8b2-4581-a589-da24dde9207e.jpg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题 · 2026-09-15 · 难度 3 · 1 人错 · 解答题</a:t>
            </a:r>
          </a:p>
          <a:p>
            <a:r>
              <a:t>母题：在平面直角坐标系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  <a:p>
            <a:r>
              <a:t>· 李哲瀚 [步骤遗漏] 学生仅设出D点坐标，未利用DF∥x轴求F点并代入直线方程求解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· 2026-09-15 · 难度 3 · 1 人错 · 解答题</a:t>
            </a:r>
          </a:p>
          <a:p>
            <a:r>
              <a:t>· 程思豪 [计算错误] 学生算出 -2，正确应为 -1，属计算环节失误</a:t>
            </a:r>
          </a:p>
          <a:p>
            <a:r>
              <a:t>原卷图：https://minxue-app-oss.oss-cn-shanghai.aliyuncs.com/images/afae6ef7-d071-42c5-b229-faaef0e443f7/20260908/1d471c73-713f-40ed-9dc7-8bda8e54ed34.jpg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题 · 2026-09-15 · 难度 3 · 1 人错 · 解答题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原卷图：https://minxue-app-oss.oss-cn-shanghai.aliyuncs.com/images/0575f64d-3c9e-42d5-a5e4-7a461ccef385/20260908/6feffe8d-52ea-46a0-af58-30ec5b74051b.jpg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题 · 2026-09-15 · 难度 4 · 1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原卷图：https://minxue-app-oss.oss-cn-shanghai.aliyuncs.com/images/23aabcd4-e3a5-47e5-9170-78d2122255b3/20260908/e192d1bb-0c94-4752-b8f6-32ff21a4b2e1.jpg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题 · 2026-09-15 · 难度 4 · 1 人错 · 解答题</a:t>
            </a:r>
          </a:p>
          <a:p>
            <a:r>
              <a:t>母题：11.已知二次函数 y=ax²+bx+c(a≠0)的图像过点 A(1,0),点 B(-3,0)和点 C.</a:t>
            </a:r>
          </a:p>
          <a:p>
            <a:r>
              <a:t>· 陈施君 [步骤遗漏] 答案较标准解析明显过短，可能省略了解题步骤</a:t>
            </a:r>
          </a:p>
          <a:p>
            <a:r>
              <a:t>原卷图：https://minxue-app-oss.oss-cn-shanghai.aliyuncs.com/images/23aabcd4-e3a5-47e5-9170-78d2122255b3/20260908/e192d1bb-0c94-4752-b8f6-32ff21a4b2e1.jpg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题 · 2026-09-15 · 难度 4 · 1 人错 · 解答题</a:t>
            </a:r>
          </a:p>
          <a:p>
            <a:r>
              <a:t>· 李哲瀚 [步骤遗漏] 答案较标准解析明显过短，可能省略了解题步骤</a:t>
            </a:r>
          </a:p>
          <a:p>
            <a:r>
              <a:t>原卷图：https://minxue-app-oss.oss-cn-shanghai.aliyuncs.com/images/0575f64d-3c9e-42d5-a5e4-7a461ccef385/20260908/11b2d209-1845-425f-bbcf-76228549c74d.jpg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题 · 2026-09-15 · 难度 4 · 1 人错 · 解答题</a:t>
            </a:r>
          </a:p>
          <a:p>
            <a:r>
              <a:t>· 张诗蕊 [步骤遗漏] 答案较标准解析明显过短，可能省略了解题步骤</a:t>
            </a:r>
          </a:p>
          <a:p>
            <a:r>
              <a:t>原卷图：https://minxue-app-oss.oss-cn-shanghai.aliyuncs.com/images/bf235b85-e5d4-4f50-9e42-af8330df9451/20260908/9238a85d-72f9-4575-8c7b-74b12788bab7.jpg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题 · 2026-09-13 · 难度 2 · 1 人错 · 选择题</a:t>
            </a:r>
          </a:p>
          <a:p>
            <a:r>
              <a:t>· 程思豪 答：A [公式记忆错误] 未正确使用顶点式推导抛物线表达式</a:t>
            </a:r>
          </a:p>
          <a:p>
            <a:r>
              <a:t>原卷图：https://minxue-app-oss.oss-cn-shanghai.aliyuncs.com/images/afae6ef7-d071-42c5-b229-faaef0e443f7/20260915/c4cd7d03-99f8-4339-895f-077c5b120d40.jpg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题 · 2026-09-13 · 难度 3 · 2 人错 · 选择题</a:t>
            </a:r>
          </a:p>
          <a:p>
            <a:r>
              <a:t>· 程思豪 答：C [不会分析] 未根据图像特征判断函数表达式，缺乏图像与解析式对应关系的理解</a:t>
            </a:r>
          </a:p>
          <a:p>
            <a:r>
              <a:t>· 张诗蕊 答：C [不会分析] 未根据图像特征判断函数表达式，缺乏图像与解析式对应关系的理解</a:t>
            </a:r>
          </a:p>
          <a:p>
            <a:r>
              <a:t>原卷图：https://minxue-app-oss.oss-cn-shanghai.aliyuncs.com/images/afae6ef7-d071-42c5-b229-faaef0e443f7/20260915/48f62184-0a80-4291-85ee-522c89750b4b.jpg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题 · 2026-09-13 · 难度 3 · 1 人错 · 解答题</a:t>
            </a:r>
          </a:p>
          <a:p>
            <a:r>
              <a:t>母题：某班数学兴趣小组对函数y=|x²-2x|的图像和性质进行了探究,探究过程如下,请补充完整.</a:t>
            </a:r>
          </a:p>
          <a:p>
            <a:r>
              <a:t>· 丁嘉炜 未作答 [未作答]</a:t>
            </a:r>
          </a:p>
          <a:p>
            <a:r>
              <a:t>原卷图：https://minxue-app-oss.oss-cn-shanghai.aliyuncs.com/images/451129ec-f9dd-44de-93a0-894901143eeb/20260913/f6dcbca3-8295-4334-bf39-98293b8a80ed.jpg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题 · 2026-09-13 · 难度 3 · 1 人错 · 填空题</a:t>
            </a:r>
          </a:p>
          <a:p>
            <a:r>
              <a:t>· 张诗蕊 答：B [审题错误] 学生误将选择题选项当作答案，未求解抛物线表达式</a:t>
            </a:r>
          </a:p>
          <a:p>
            <a:r>
              <a:t>解析：由比例中项的定义，得 b² = a·c。代入 a = 2，c = 3，得 b² = 6。因为线段长取正值，所以 b = √6。最终答案为 √6。</a:t>
            </a:r>
          </a:p>
          <a:p>
            <a:r>
              <a:t>原卷图：https://minxue-app-oss.oss-cn-shanghai.aliyuncs.com/images/bf235b85-e5d4-4f50-9e42-af8330df9451/20260915/7c5ca670-5bd0-4be4-b134-f5b0738fa041.jpg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题 · 2026-09-13 · 难度 3 · 1 人错 · 解答题</a:t>
            </a:r>
          </a:p>
          <a:p>
            <a:r>
              <a:t>· 张诗蕊 未作答 [未作答]</a:t>
            </a:r>
          </a:p>
          <a:p>
            <a:r>
              <a:t>解析：黄金分割点把线段分成两部分，较长部分与全长之比等于 (√5-1)/2。因为 AB=3cm，且 AM 是较长线段，所以 AM = AB × (√5-1)/2 = 3×(√5-1)/2 = (3√5-3)/2 cm。较短线段 BM = AB - AM = 3 - (3√5-3)/2 = (6-3√5+3)/2 = (9-3√5)/2 cm。因此较长线段 AM 长 (3√5-3)/2 cm，较短线段 BM 长 (9-3√5)/2 cm。</a:t>
            </a:r>
          </a:p>
          <a:p>
            <a:r>
              <a:t>原卷图：https://minxue-app-oss.oss-cn-shanghai.aliyuncs.com/images/bf235b85-e5d4-4f50-9e42-af8330df9451/20260915/6a1f2e6c-76f1-40bb-aef1-86c2de5d09e9.jpg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题 · 2026-09-13 · 难度 3 · 1 人错 · 解答题</a:t>
            </a:r>
          </a:p>
          <a:p>
            <a:r>
              <a:t>母题：已知抛物线 y=ax²+2ax-1.</a:t>
            </a:r>
          </a:p>
          <a:p>
            <a:r>
              <a:t>· 程思豪 [审题错误] 学生未理解题意，误将求m范围答成抛物线表达式</a:t>
            </a:r>
          </a:p>
          <a:p>
            <a:r>
              <a:t>原卷图：https://minxue-app-oss.oss-cn-shanghai.aliyuncs.com/images/afae6ef7-d071-42c5-b229-faaef0e443f7/20260915/9daab327-3065-4611-813e-b261daaf55b2.jpg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题 · 2026-09-13 · 难度 3 · 1 人错 · 解答题</a:t>
            </a:r>
          </a:p>
          <a:p>
            <a:r>
              <a:t>母题：如图，抛物线与x轴交于A、B两点，与y轴交于点C(0,3)，顶点坐标为(1,4)，点D(m,n)是抛物线上一点。</a:t>
            </a:r>
          </a:p>
          <a:p>
            <a:r>
              <a:t>· 程思豪 未作答 [未作答]</a:t>
            </a:r>
          </a:p>
          <a:p>
            <a:r>
              <a:t>原卷图：https://minxue-app-oss.oss-cn-shanghai.aliyuncs.com/images/afae6ef7-d071-42c5-b229-faaef0e443f7/20260915/c6e10653-aa33-477d-b5b7-cc555f509b5e.jpg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题 · 2026-09-13 · 难度 4 · 1 人错 · 解答题</a:t>
            </a:r>
          </a:p>
          <a:p>
            <a:r>
              <a:t>母题：4.如图,已知抛物线 y=ax²+bx+c 过原点O,格点A是该抛物线的顶点.</a:t>
            </a:r>
          </a:p>
          <a:p>
            <a:r>
              <a:t>· 程思豪 答：y = ax² + bx + c 代入 c=0</a:t>
            </a:r>
          </a:p>
          <a:p>
            <a:r>
              <a:t> 0 = 4a - 2b + c</a:t>
            </a:r>
          </a:p>
          <a:p>
            <a:r>
              <a:t> 0 = c</a:t>
            </a:r>
          </a:p>
          <a:p>
            <a:r>
              <a:t> 3 = a - b + c [方法选择错误] 学生未利用对称性，错误代入三点求系数，偏离题意</a:t>
            </a:r>
          </a:p>
          <a:p>
            <a:r>
              <a:t>原卷图：https://minxue-app-oss.oss-cn-shanghai.aliyuncs.com/images/afae6ef7-d071-42c5-b229-faaef0e443f7/20260915/b120f2d2-8615-46d5-8060-a05fe5f5ebbb.jpg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题 · 2026-09-13 · 难度 4 · 1 人错 · 解答题</a:t>
            </a:r>
          </a:p>
          <a:p>
            <a:r>
              <a:t>· 程思豪 答：8 [审题错误] 学生未理解题目要求求抛物线表达式，误填数值8</a:t>
            </a:r>
          </a:p>
          <a:p>
            <a:r>
              <a:t>原卷图：https://minxue-app-oss.oss-cn-shanghai.aliyuncs.com/images/afae6ef7-d071-42c5-b229-faaef0e443f7/20260915/51454921-ddef-4c2f-b3ea-868bff45642e.jpg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20 题 · 2026-09-13 · 难度未判定 · 1 人错 · </a:t>
            </a:r>
          </a:p>
          <a:p>
            <a:r>
              <a:t>· 程思豪 未作答 [未作答]</a:t>
            </a:r>
          </a:p>
          <a:p>
            <a:r>
              <a:t>原卷图：https://minxue-app-oss.oss-cn-shanghai.aliyuncs.com/images/afae6ef7-d071-42c5-b229-faaef0e443f7/20260913/2fcd8619-6736-4c4b-b01b-bcf37594e08b.jpg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21 题 · 2026-09-13 · 难度未判定 · 1 人错 · </a:t>
            </a:r>
          </a:p>
          <a:p>
            <a:r>
              <a:t>· 程思豪 答：C [审题错误] 学生误将选项C当作正确答案，未正确理解题目要求求抛物线表达式</a:t>
            </a:r>
          </a:p>
          <a:p>
            <a:r>
              <a:t>原卷图：https://minxue-app-oss.oss-cn-shanghai.aliyuncs.com/images/afae6ef7-d071-42c5-b229-faaef0e443f7/20260913/8e7514f3-5a6c-4a8c-8594-e7a3d58345ba.jpg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22 题 · 2026-09-13 · 难度未判定 · 1 人错 · 解答题</a:t>
            </a:r>
          </a:p>
          <a:p>
            <a:r>
              <a:t>· 程思豪 未作答 [未作答]</a:t>
            </a:r>
          </a:p>
          <a:p>
            <a:r>
              <a:t>原卷图：https://minxue-app-oss.oss-cn-shanghai.aliyuncs.com/images/afae6ef7-d071-42c5-b229-faaef0e443f7/20260915/d1d41064-68b7-4758-a288-d41717a5ee43.jpg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23 题 · 2026-09-12 · 难度未判定 · 1 人错 · </a:t>
            </a:r>
          </a:p>
          <a:p>
            <a:r>
              <a:t>· 张诗蕊 答：y=-(x-2)²+1 [计算错误] 学生算出 -2，正确应为 82，属计算环节失误</a:t>
            </a:r>
          </a:p>
          <a:p>
            <a:r>
              <a:t>原卷图：https://minxue-app-oss.oss-cn-shanghai.aliyuncs.com/images/bf235b85-e5d4-4f50-9e42-af8330df9451/20260913/a339295f-0943-4ad4-8dc5-f8a47a9b81d8.jpg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24 题 · 2026-09-12 · 难度未判定 · 1 人错 · 解答题</a:t>
            </a:r>
          </a:p>
          <a:p>
            <a:r>
              <a:t>· 张诗蕊 答：m&lt;2或m&gt;4 [概念不理解] 未理解抛物线对称性与函数值大小关系</a:t>
            </a:r>
          </a:p>
          <a:p>
            <a:r>
              <a:t>解析：设窗口底边离地面的高度 BC = h m，则窗口顶边离地面的高度 AC = AB + BC = 1.8 + h（m）。太阳光线为平行光，故光线与水平面夹角相等，有 AC / CD = BC / CE。由题意，亮区宽 DE = 2.7 m，CE = 8.7 m，且点 E 为窗口下沿光线落点（近点），点 D 为上沿光线落点（远点），则 CD = CE + DE = 8.7 + 2.7 = 11.4 m。代入比例式得 (1.8 + h) / 11.4 = h / 8.7，交叉相乘：8.7(1.8 + h) = 11.4h，即 15.66 + 8.7h = 11.4h，移项得 15.66 = 2.7h，解得 h = 15.66 ÷ 2.7 = 5.8。因此窗口底边离地面的高度为 5.8 m。</a:t>
            </a:r>
          </a:p>
          <a:p>
            <a:r>
              <a:t>原卷图：https://minxue-app-oss.oss-cn-shanghai.aliyuncs.com/images/bf235b85-e5d4-4f50-9e42-af8330df9451/20260915/a18a76bf-fec8-4ff8-834c-4ccb65a5c52c.jpg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25 题 · 2026-09-11 · 难度 3 · 1 人错 · 选择题</a:t>
            </a:r>
          </a:p>
          <a:p>
            <a:r>
              <a:t>· 丁嘉炜 [计算错误] 解方程20t-5t²=0时算错根，导致选错时间</a:t>
            </a:r>
          </a:p>
          <a:p>
            <a:r>
              <a:t>原卷图：https://minxue-app-oss.oss-cn-shanghai.aliyuncs.com/images/451129ec-f9dd-44de-93a0-894901143eeb/20260910/9a353140-a5f7-420b-befe-4ba0a01a40d3.jpg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26 题 · 2026-09-11 · 难度 3 · 1 人错 · 解答题</a:t>
            </a:r>
          </a:p>
          <a:p>
            <a:r>
              <a:t>母题：已知抛物线 y=ax²+1(a≠0)与直线 y=-3x+3 交于点(-1,b).</a:t>
            </a:r>
          </a:p>
          <a:p>
            <a:r>
              <a:t>· 李哲瀚 [方法选择错误] 学生误将直线与抛物线交点问题当作顶点性质题解答</a:t>
            </a:r>
          </a:p>
          <a:p>
            <a:r>
              <a:t>原卷图：https://minxue-app-oss.oss-cn-shanghai.aliyuncs.com/images/0575f64d-3c9e-42d5-a5e4-7a461ccef385/20260908/76e318d1-bb1b-494b-9eb9-7a47ab0fe556.jpg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27 题 · 2026-09-11 · 难度 3 · 1 人错 · 解答题</a:t>
            </a:r>
          </a:p>
          <a:p>
            <a:r>
              <a:t>· 丁嘉炜 [计算错误] 学生算出 9，正确应为 6，属计算环节失误</a:t>
            </a:r>
          </a:p>
          <a:p>
            <a:r>
              <a:t>原卷图：https://minxue-app-oss.oss-cn-shanghai.aliyuncs.com/images/451129ec-f9dd-44de-93a0-894901143eeb/20260910/9a353140-a5f7-420b-befe-4ba0a01a40d3.jpg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28 题 · 2026-09-11 · 难度 3 · 1 人错 · 选择题</a:t>
            </a:r>
          </a:p>
          <a:p>
            <a:r>
              <a:t>· 李哲瀚 [审题错误] 未仔细阅读选项</a:t>
            </a:r>
          </a:p>
          <a:p>
            <a:r>
              <a:t>原卷图：https://minxue-app-oss.oss-cn-shanghai.aliyuncs.com/images/0575f64d-3c9e-42d5-a5e4-7a461ccef385/20260908/dfec9794-94d7-4f2d-bd75-e2f5ab8ecaa0.jpg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29 题 · 2026-09-11 · 难度 3 · 1 人错 · 解答题</a:t>
            </a:r>
          </a:p>
          <a:p>
            <a:r>
              <a:t>母题：已知抛物线 y=ax²+n(an&gt;0)与抛物线 y=-2x² 的形状相同，且其图像上与 x 轴最近的点到 x 轴的距离为 3.</a:t>
            </a:r>
          </a:p>
          <a:p>
            <a:r>
              <a:t>· 李哲瀚 [单位错误] 结果数字正确但漏写了单位（当 a=2，n=3 时，抛物线 y=2x²+3 开口向上，对称轴为 y 轴，顶点坐标为 (0,3)；当 a=-2，n=-3 时，抛物线 y=-2x²-3 开口向下，对称轴为 y 轴，顶点坐标为 (0,-3)。）</a:t>
            </a:r>
          </a:p>
          <a:p>
            <a:r>
              <a:t>原卷图：https://minxue-app-oss.oss-cn-shanghai.aliyuncs.com/images/0575f64d-3c9e-42d5-a5e4-7a461ccef385/20260908/76e318d1-bb1b-494b-9eb9-7a47ab0fe556.jpg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1737360"/>
            <a:ext cx="4937760" cy="493776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3474720" cy="347472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5394960"/>
            <a:ext cx="1463040" cy="146304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786384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0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周末错题讲评</a:t>
            </a:r>
          </a:p>
          <a:p>
            <a:pPr>
              <a:spcBef>
                <a:spcPts val="600"/>
              </a:spcBef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初三 周末班错题课件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C9C6F2"/>
                </a:solidFill>
                <a:latin typeface="微软雅黑"/>
                <a:ea typeface="微软雅黑"/>
                <a:cs typeface="微软雅黑"/>
              </a:rPr>
              <a:t>日期倒序 · 每天内部由易到难　｜　放映时单击一下浮现参考答案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题目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有课日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25312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学生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67344" y="3127248"/>
            <a:ext cx="2304288" cy="1298448"/>
          </a:xfrm>
          <a:prstGeom prst="roundRect">
            <a:avLst>
              <a:gd name="adj" fmla="val 14000"/>
            </a:avLst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64592" bIns="128016"/>
          <a:lstStyle/>
          <a:p>
            <a:pPr algn="ctr"/>
            <a:r>
              <a:rPr sz="3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</a:t>
            </a:r>
          </a:p>
          <a:p>
            <a:r>
              <a:rPr sz="125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错题条数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84632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时段　2026-09-11 ~ 2026-09-18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学生　张诗蕊、李哲瀚、陈施君、程思豪、丁嘉炜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备注　演讲者视图可见：谁错了、错在哪、原卷图链接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384048"/>
            <a:ext cx="11350447" cy="608990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4672" y="786384"/>
            <a:ext cx="7772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62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731520"/>
            <a:ext cx="960120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500" b="1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本份课件目录</a:t>
            </a:r>
            <a:r>
              <a:rPr sz="140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　按日期倒序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545775" cy="4480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300" b="1">
                <a:solidFill>
                  <a:srgbClr val="4C51E0"/>
                </a:solidFill>
                <a:latin typeface="微软雅黑"/>
                <a:ea typeface="微软雅黑"/>
                <a:cs typeface="微软雅黑"/>
              </a:rPr>
              <a:t>日期                     题数    学生    基础    中等    较难    未判定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2026-09-16              1     1     0     1     0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2026-09-15              9     4     2     3     4      0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2026-09-13             12     3     1     6     2      3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2026-09-12              2     1     0     0     0      2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2026-09-11              5     2     0     5     0      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938528"/>
            <a:ext cx="10545775" cy="15240"/>
          </a:xfrm>
          <a:prstGeom prst="rect">
            <a:avLst/>
          </a:prstGeom>
          <a:solidFill>
            <a:srgbClr val="E5E9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01 / 05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2026-09-16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 题　·　中等 1　·　1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错的学生：张诗蕊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2026-09-16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已知在△ABC中，三边长a=2,b=4,c=3,h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、h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、h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分别为边a、b、c上的高，那么h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:h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:h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=____.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6:3:4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02 / 05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2026-09-15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9 题　·　基础 2 · 中等 3 · 较难 4　·　4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错的学生：陈施君、程思豪、李哲瀚、张诗蕊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8022031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如图，抛物线 y=2(x-2)² 与平行于 x 轴的直线交于点 A、B，抛物线顶点为 C，△ABC 为等边三角形，求：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8022031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(2)点B的坐标;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4447" y="1170432"/>
            <a:ext cx="24688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709730197_c73658d1-b997-4410-96a5-b591df3d1a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309" y="1335024"/>
            <a:ext cx="1767155" cy="31455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10751" y="451713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18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如图，过点 C 作 CD⊥AB，垂足为 D。设 AD 为 a(a&gt;0)。∵△ABC 为等边三角形，CD⊥AB，∴AD=DB=a，∠ACD=30°，∴CD=√3a。∴点 B 的坐标为 (2+a, √3a)，∴√3a=2(2+a-2)²，∴a=√3/2，∴B((4+√3)/2, 3/2)。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Ⅱ已知二次函数y=x²-2x-3.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(3)结合函数图像,直接写出当-4≤y≤0时,x的取值范围.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解：(1)当 y=0 时，x²-2x-3=0，解得 x₁=-1，x₂=3，∴抛物线与 x 轴的交点坐标为 (-1,0)、(3,0)。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1110996"/>
          </a:xfrm>
          <a:prstGeom prst="roundRect">
            <a:avLst>
              <a:gd name="adj" fmla="val 82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11109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4308"/>
            <a:ext cx="10765231" cy="24002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(2)抛物线C₂的表达式.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设平移后抛物线 C₂ 的顶点为 P(n,0)，则抛物线 C₂ 的表达式为 y=1/3(x-n)²，∴D(0, 1/3n²)。∵DF//x 轴，∴点 F(2n, 1/3n²)。又点 F 在直线 AB 上，∴1/3n²=3/4×2n+3，解得 n₁=6, n₂=-3/2。∴抛物线 C₂ 的表达式为 y=1/3(x-6)² 或 y=1/3(x+3/2)²。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3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299123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3.如图,已知关于x的二次函数 y=-1/2x²+bx+c 的图像如图所示,则这个二次函数的表达式为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41539" y="1170432"/>
            <a:ext cx="419178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860298612_1d69a6d2-ca25-4da4-a44f-6cdc847ea6b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131" y="1335024"/>
            <a:ext cx="386260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87843" y="4517136"/>
            <a:ext cx="389917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y=-1/2x²+2x+5/2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6395184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如图, 已知抛物线 y=(x-2)² 的顶点为 C, 直线 y=2x+4 与抛物线交于 A、B 两点, 求 △ABC 的面积.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37600" y="1170432"/>
            <a:ext cx="409572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707968059_2caacc1a-8291-4fd7-9c87-79e268ca9c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192" y="1335024"/>
            <a:ext cx="3766543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83904" y="4517136"/>
            <a:ext cx="380311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解：易知抛物线 y=(x-2)² 的顶点 C 的坐标为 (2,0)。联立两函数的表达式，得 y=2x+4, y=(x-2)²，解得 x₁=0, y₁=4, x₂=6, y₂=16。∴A(6,16), B(0,4)。过点 A 作 AD⊥x 轴，垂足为 D，则 S△ABC = S梯形ABOD - S△AOC - S△ACD = 1/2(OB+AD)·OD - 1/2OC·OB - 1/2CD·AD = 1/2×(4+16)×6 - 1/2×2×4 - 1/2×4×16 = 24。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(3)若 z=-ax-3a 且 a&lt;0,求证: y-z+9/4a≤0.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11 题　·　陈施君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11.已知二次函数 y=ax²+bx+c(a≠0)的图像过点 A(1,0),点 B(-3,0)和点 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(2)当 -3≤x≤0 时,二次函数的最大值为 m,最小值为 n,若 m-n=8,求 a 的值;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a&gt;0 时，x=-3，m=0；x=-1，n=-4a，∵m-n=8，∴0+4a=8，解得 a=2；当 a&lt;0 时，x=-1，m=-4a；x=-3，n=0，∵m-n=8，∴-4a-0=8，解得 a=-2，综上所述，a 的值为 2 或 -2。
3)证明：∵y=ax²+2ax-3a，x=-ax-3a，∴y-x+9/4a=ax²+2ax-3a-(-ax-3a)+9/4a=ax²+3ax+9/4a=a(x+3/2)²。∵a&lt;0，(x+3/2)²≥0，∴a(x+3/2)²≤0，即 y-x+9/4a≤0。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12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已知直线x=c交抛物线y₁=-(x-a)²于点A(c,m),交抛物线y₂=-(x-b)²于点B(c,n),下列结论:①若a&gt;b&gt;c,则m&lt;n;②若b&gt;a&gt;c,则m&lt;n;③若c&gt;b&gt;a,则m&lt;n;④若a&gt;c&gt;b,则m&lt;n.其中正确的结论有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 解析：∵抛物线 y₁=-(x-a)² 经过点 A(c,m)，∴m=-(c-a)²，同理可得 n=-(c-b)²，∴m-n=-(c-a)²+(c-b)²=(a-b)(2c-a-b)。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2026-09-15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077467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如图，已知平行四边形ABCD顶点A的坐标为(2,6)，点B在y轴上，且AD//BC//x轴，过B、C、D三点的抛物线的顶点坐标为(2,2)，则抛物线的表达式是y=______.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83" y="1170432"/>
            <a:ext cx="3413443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5443772147_87ee6203-2d8c-408a-9a42-8ecbb6b610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475" y="1335024"/>
            <a:ext cx="3084259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66187" y="4517136"/>
            <a:ext cx="3120835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03 / 05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2026-09-13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12 题　·　基础 1 · 中等 6 · 较难 2 · 未判定 3　·　3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错的学生：程思豪、丁嘉炜、张诗蕊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0F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难度 2 · 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1.抛物线的形状、开口方向与 y=1/2x²-4x+3 相同,顶点坐标为(-2,1),则表达式为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y=½(x-2)²+1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y=½(x+2)²-1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y=½(x+2)²+1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y=-½(x+2)²+1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5830" y="507491"/>
            <a:ext cx="745363" cy="274320"/>
          </a:xfrm>
          <a:prstGeom prst="roundRect">
            <a:avLst>
              <a:gd name="adj" fmla="val 50000"/>
            </a:avLst>
          </a:prstGeom>
          <a:solidFill>
            <a:srgbClr val="FC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2 人错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2 题　·　程思豪、张诗蕊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188720"/>
            <a:ext cx="7219566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2.二次函数的图像如图所示,则其表达式是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y=-x²+2x+4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y=x²+2x+4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y=-x²-2x+4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y=-x²+2x+3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1982" y="1170432"/>
            <a:ext cx="3271344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4553097745_5e3e2d68-e350-427f-a4b1-9ffd564b38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574" y="1335024"/>
            <a:ext cx="2942160" cy="314553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08286" y="4517136"/>
            <a:ext cx="2978736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某班数学兴趣小组对函数y=|x²-2x|的图像和性质进行了探究,探究过程如下,请补充完整.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(1)自变量x的取值范围是全体实数,x与y的几组对应值列表如下:其中,m=______.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(1)1.25
(2)如图1所示.
(3)①由函数图像知函数图像与y=1/2有4个交点,∴对应的方程|x²-2x|=1/2有4个实数根,故答案为4;
②如图2,由图像和表格可知方程|x²-2x|=-x+1的一个正数根约为0.4,故答案为0.4.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填空题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已知线段b是线段a、c的比例中项，如果a=2,c=3，那么b=____.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√6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张诗蕊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已知线段AB的长是3cm，M是线段AB的黄金分割点，那么较长线段AM的长是___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m，较短线段BM的长是___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(3√5-3)/2，(9-3√5)/2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y=ax²+2ax-1.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(2)若该抛物线的顶点在x轴上，求抛物线的表达式；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2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由(1)知，抛物线的顶点坐标为(-1,-a-1)，∵抛物线的顶点在x轴上，∴-a-1=0，解得a=-1，∴抛物线的表达式为y=-x²-2x-1。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7406193" cy="844296"/>
          </a:xfrm>
          <a:prstGeom prst="roundRect">
            <a:avLst>
              <a:gd name="adj" fmla="val 10830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如图，抛物线与x轴交于A、B两点，与y轴交于点C(0,3)，顶点坐标为(1,4)，点D(m,n)是抛物线上一点。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8442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97608"/>
            <a:ext cx="7406193" cy="26669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(1)求该抛物线的表达式；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48609" y="1170432"/>
            <a:ext cx="308471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854231414_12073e47-9927-4d90-b697-1fc00d3ef1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201" y="1335024"/>
            <a:ext cx="2755533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594913" y="4517136"/>
            <a:ext cx="279210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解：(1)∵顶点坐标为(1,4)，∴设该抛物线的表达式为y=a(x-1)²+4。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6917893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4.如图,已知抛物线 y=ax²+bx+c 过原点O,格点A是该抛物线的顶点.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6917893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(2)点M(m,t),N(m+2,t)都在该抛物线上,求m的值.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0309" y="1170432"/>
            <a:ext cx="3573017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2239197477_462a37cd-47b9-4af3-b0e8-da73a68d67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901" y="1335024"/>
            <a:ext cx="3243833" cy="31455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06613" y="4517136"/>
            <a:ext cx="3280409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∵点M(m,t),N(m+2,t)都在该抛物线上，∴m+m+2=2×(-1)，∴m=-2。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C2410C"/>
                </a:solidFill>
                <a:latin typeface="微软雅黑"/>
                <a:ea typeface="微软雅黑"/>
                <a:cs typeface="微软雅黑"/>
              </a:rPr>
              <a:t>难度 4 · 较难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7 题　·　程思豪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740285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如图，已知平行四边形ABCD顶点A的坐标为(2,6)，点B在y轴上，且AD//BC//x轴，过B、C、D三点的抛物线的顶点坐标为(2,2)，则抛物线的表达式是y=______。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5267" y="1170432"/>
            <a:ext cx="3088059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9631695470_8c829222-6310-4e54-a7d7-259c7a1833c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859" y="1335024"/>
            <a:ext cx="2758875" cy="31455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591571" y="4517136"/>
            <a:ext cx="2795451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　·　⚠ 答案较长，讲前请核对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程思豪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定义：如果直线y=-1与开口向下的抛物线有两个交点，那么这两个交点之间的距离叫作这条抛物线的“反碟长”。如图，抛物线L₁:y=-x²随其顶点沿直线y=1/2x平移一定距离后，得到新抛物线L₂的“反碟长”恰好为4，那么抛物线L₂的表达式是______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 由题意知 (-1,b) 既在 y=-3x+3 上，又在 y=ax²+1 上，∴ b=-3×(-1)+3=6，6=a×(-1)²+1，解得 a=5。
4×4/5)/2 + (4×1)/2 = 18/5。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程思豪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5.已知一条抛物线经过 A(0,10),B(m+2,n),C(4-m,n),D(3,1)四点,则抛物线的表达式为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2026-09-13　·　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6 题　·　程思豪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6.如图,是由长方形和抛物线构成的图案,由6个全等的基本图案组成,建立如图所示的平面直角坐标系.若抛物线A₁的表达式为 y=-(x-6)²+4,则抛物线A₆的表达式为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学生未作答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y=(x+2)²-4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04 / 05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2026-09-12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2 题　·　未判定 2　·　1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错的学生：张诗蕊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张诗蕊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定义：如果直线y=-1与开口向下的抛物线有两个交点，那么这两个交点之间的距离叫作这条抛物线的“反碟长”。如图，抛物线L₁:y=-x²随其顶点沿直线y=1/2x平移一定距离后，得到新抛物线L₂的“反碟长”恰好为4，那么抛物线L₂的表达式是______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错题本（自包含）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(1)1.25
(2)如图1所示.
(3)①由函数图像知函数图像与y=1/2有4个交点,∴对应的方程|x²-2x|=1/2有4个实数根,故答案为4;
②如图2,由图像和表格可知方程|x²-2x|=-x+1的一个正数根约为0.4,故答案为0.4.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2026-09-12　·　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507491"/>
            <a:ext cx="1022858" cy="27432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50" b="0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难度未判定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8 题　·　张诗蕊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88720"/>
            <a:ext cx="6765585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如图，阳光透过窗口照到室内，在地面上留下2.7m宽的亮区，已知亮区一边到窗下的墙脚距离CE为8.7m，窗口高AB=1.m，那么窗口底边离地面的高度BC为_____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m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08001" y="1170432"/>
            <a:ext cx="3725325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090421064_7eb48d3f-c5d8-4c82-ac3c-7ab80bfdc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593" y="1335024"/>
            <a:ext cx="3396141" cy="31455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54305" y="4517136"/>
            <a:ext cx="343271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卷面识别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5.8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956816"/>
            <a:ext cx="10332720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500" b="1">
                <a:solidFill>
                  <a:srgbClr val="CFCBF7"/>
                </a:solidFill>
                <a:latin typeface="微软雅黑"/>
                <a:ea typeface="微软雅黑"/>
                <a:cs typeface="微软雅黑"/>
              </a:rPr>
              <a:t>SECTION 05 / 05</a:t>
            </a:r>
          </a:p>
          <a:p>
            <a:pPr>
              <a:spcBef>
                <a:spcPts val="800"/>
              </a:spcBef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2026-09-11</a:t>
            </a:r>
          </a:p>
          <a:p>
            <a:pPr>
              <a:spcBef>
                <a:spcPts val="1800"/>
              </a:spcBef>
            </a:pPr>
            <a:r>
              <a:rPr sz="1600">
                <a:solidFill>
                  <a:srgbClr val="D4D1F6"/>
                </a:solidFill>
                <a:latin typeface="微软雅黑"/>
                <a:ea typeface="微软雅黑"/>
                <a:cs typeface="微软雅黑"/>
              </a:rPr>
              <a:t>5 题　·　中等 5　·　2 名学生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BEBAEE"/>
                </a:solidFill>
                <a:latin typeface="微软雅黑"/>
                <a:ea typeface="微软雅黑"/>
                <a:cs typeface="微软雅黑"/>
              </a:rPr>
              <a:t>错的学生：丁嘉炜、李哲瀚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43644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1. 如图,小明打高尔夫球,小球的飞行路线是一条抛物线.如果不考虑空气阻力,小球的飞行高度h(米)与飞行时间t(秒)之间满足函数关系h=20t-5t².则小球从飞出到落地瞬间所需要的时间为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2 秒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3 秒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4 秒</a:t>
            </a:r>
          </a:p>
          <a:p>
            <a:pPr>
              <a:spcAft>
                <a:spcPts val="221"/>
              </a:spcAft>
            </a:pPr>
            <a:r>
              <a:rPr sz="17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5 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6847" y="1170432"/>
            <a:ext cx="6126480" cy="3712463"/>
          </a:xfrm>
          <a:prstGeom prst="roundRect">
            <a:avLst>
              <a:gd name="adj" fmla="val 3500"/>
            </a:avLst>
          </a:prstGeom>
          <a:solidFill>
            <a:srgbClr val="F2F4FB"/>
          </a:solidFill>
          <a:ln w="9525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4360907742_b88213d4-3266-4991-8c9a-67e1263e376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295" y="1335024"/>
            <a:ext cx="5815583" cy="24344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53151" y="4517136"/>
            <a:ext cx="583387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/>
            <a:r>
              <a:rPr sz="10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题图（系统裁片）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10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y=ax²+1(a≠0)与直线 y=-3x+3 交于点(-1,b).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(1)求a、b的值；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1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解：(1) 由题意知 (-1,b) 既在 y=-3x+3 上，又在 y=ax²+1 上，∴ b=-3×(-1)+3=6，6=a×(-1)²+1，解得 a=5。
4×4/5)/2 + (4×1)/2 = 18/5。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4 题　·　丁嘉炜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4. 某种礼炮的升空高度h(m)与飞行时间t(s)的表达式是h=-5/2 t²+30t+1,则这种礼炮在点火升空到最高点引爆,则从点火升空到引爆需要的时间为_____</a:t>
            </a:r>
            <a:r>
              <a:rPr sz="1860" b="0" baseline="-2500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s</a:t>
            </a: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选择题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5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10765231" cy="367588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5. 已知点 (x₁,y₁)、(x₂,y₂) 均在抛物线 y=x²-1 上，则下列说法正确的是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A. 若 y₁ = y₂，则 x₁ = x₂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B. 若 x₁ = -x₂，则 y₁ = -y₂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C. 若 0 &lt; x₁ &lt; x₂，则 y₁ &gt; y₂</a:t>
            </a:r>
          </a:p>
          <a:p>
            <a:pPr>
              <a:spcAft>
                <a:spcPts val="331"/>
              </a:spcAft>
            </a:pPr>
            <a:r>
              <a:rPr sz="255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D. 若 x₁ &lt; x₂ &lt; 0，则 y₁ &gt; y₂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教师录入</a:t>
            </a:r>
          </a:p>
          <a:p>
            <a:pPr>
              <a:spcBef>
                <a:spcPts val="300"/>
              </a:spcBef>
            </a:pPr>
            <a:r>
              <a:rPr sz="26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" y="237744"/>
            <a:ext cx="585216" cy="585216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4A4EE4"/>
              </a:gs>
              <a:gs pos="100000">
                <a:srgbClr val="7C38C9"/>
              </a:gs>
            </a:gsLst>
            <a:lin scaled="0" ang="18300000"/>
          </a:gra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46888"/>
            <a:ext cx="6949440" cy="27432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>
                <a:solidFill>
                  <a:srgbClr val="8B949E"/>
                </a:solidFill>
                <a:latin typeface="微软雅黑"/>
                <a:ea typeface="微软雅黑"/>
                <a:cs typeface="微软雅黑"/>
              </a:rPr>
              <a:t>2026-09-11　·　解答题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53312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17904" y="580644"/>
            <a:ext cx="96012" cy="96012"/>
          </a:xfrm>
          <a:prstGeom prst="ellipse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82496" y="580644"/>
            <a:ext cx="96012" cy="96012"/>
          </a:xfrm>
          <a:prstGeom prst="ellipse">
            <a:avLst/>
          </a:prstGeom>
          <a:solidFill>
            <a:srgbClr val="DDE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9948" y="489203"/>
            <a:ext cx="2011680" cy="29260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r>
              <a:rPr sz="1250" b="1">
                <a:solidFill>
                  <a:srgbClr val="1E6FD9"/>
                </a:solidFill>
                <a:latin typeface="微软雅黑"/>
                <a:ea typeface="微软雅黑"/>
                <a:cs typeface="微软雅黑"/>
              </a:rPr>
              <a:t>难度 3 ·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3311" y="347472"/>
            <a:ext cx="4937760" cy="420624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350" b="1">
                <a:solidFill>
                  <a:srgbClr val="4B5563"/>
                </a:solidFill>
                <a:latin typeface="微软雅黑"/>
                <a:ea typeface="微软雅黑"/>
                <a:cs typeface="微软雅黑"/>
              </a:rPr>
              <a:t>卷面第 9 题　·　李哲瀚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969264"/>
            <a:ext cx="11350447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9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1188720"/>
            <a:ext cx="10765231" cy="577596"/>
          </a:xfrm>
          <a:prstGeom prst="roundRect">
            <a:avLst>
              <a:gd name="adj" fmla="val 15831"/>
            </a:avLst>
          </a:prstGeom>
          <a:solidFill>
            <a:srgbClr val="EE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146304" tIns="64008" bIns="64008">
            <a:normAutofit/>
          </a:bodyPr>
          <a:lstStyle/>
          <a:p>
            <a:pPr algn="ctr"/>
            <a:r>
              <a:rPr sz="1050" b="1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公共题干</a:t>
            </a:r>
          </a:p>
          <a:p>
            <a:r>
              <a:rPr sz="1350" b="0">
                <a:solidFill>
                  <a:srgbClr val="3F478F"/>
                </a:solidFill>
                <a:latin typeface="微软雅黑"/>
                <a:ea typeface="微软雅黑"/>
                <a:cs typeface="微软雅黑"/>
              </a:rPr>
              <a:t>已知抛物线 y=ax²+n(an&gt;0)与抛物线 y=-2x² 的形状相同，且其图像上与 x 轴最近的点到 x 轴的距离为 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188720"/>
            <a:ext cx="59436" cy="577596"/>
          </a:xfrm>
          <a:prstGeom prst="roundRect">
            <a:avLst>
              <a:gd name="adj" fmla="val 50000"/>
            </a:avLst>
          </a:prstGeom>
          <a:solidFill>
            <a:srgbClr val="B9C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1930908"/>
            <a:ext cx="10765231" cy="293369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>
              <a:spcAft>
                <a:spcPts val="600"/>
              </a:spcAft>
            </a:pPr>
            <a:r>
              <a:rPr sz="3000" b="0">
                <a:solidFill>
                  <a:srgbClr val="1B1F24"/>
                </a:solidFill>
                <a:latin typeface="微软雅黑"/>
                <a:ea typeface="微软雅黑"/>
                <a:cs typeface="微软雅黑"/>
              </a:rPr>
              <a:t>(2)在(1)的情况下，指出抛物线y=ax²+n的开口方向、对称轴和顶点坐标。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5212079"/>
            <a:ext cx="11350447" cy="1316736"/>
          </a:xfrm>
          <a:prstGeom prst="roundRect">
            <a:avLst>
              <a:gd name="adj" fmla="val 14000"/>
            </a:avLst>
          </a:prstGeom>
          <a:solidFill>
            <a:srgbClr val="EBFBF3"/>
          </a:solidFill>
          <a:ln w="12700">
            <a:solidFill>
              <a:srgbClr val="BFE9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37744" rIns="237744" tIns="82296" bIns="82296">
            <a:normAutofit/>
          </a:bodyPr>
          <a:lstStyle/>
          <a:p>
            <a:pPr algn="ctr"/>
            <a:r>
              <a:rPr sz="11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参考答案　·　练习册答案库</a:t>
            </a:r>
          </a:p>
          <a:p>
            <a:pPr>
              <a:spcBef>
                <a:spcPts val="300"/>
              </a:spcBef>
            </a:pPr>
            <a:r>
              <a:rPr sz="2000" b="1">
                <a:solidFill>
                  <a:srgbClr val="0F7B4F"/>
                </a:solidFill>
                <a:latin typeface="微软雅黑"/>
                <a:ea typeface="微软雅黑"/>
                <a:cs typeface="微软雅黑"/>
              </a:rPr>
              <a:t>当 a=2，n=3 时，抛物线 y=2x²+3 开口向上，对称轴为 y 轴，顶点坐标为 (0,3)；当 a=-2，n=-3 时，抛物线 y=-2x²-3 开口向下，对称轴为 y 轴，顶点坐标为 (0,-3)。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